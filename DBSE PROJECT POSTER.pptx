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20" y="-5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61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11680" y="16230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685800"/>
            <a:ext cx="8407908" cy="47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Online Food Delivery Platform: Multi-Restaurant Ordering &amp; Unified Checkout</a:t>
            </a:r>
            <a:endParaRPr lang="en-US" sz="3350" dirty="0">
              <a:solidFill>
                <a:schemeClr val="bg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[13]  |  Section: [S9]  |  Members: [Samhitha-2520030509], [Sahasra-2520030108], [Tejaswini-2520030510]  |  Guide: [Dr. Y. Prashanthi]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412" y="25222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200" dirty="0"/>
              <a:t>A smart food delivery system that enables customers to order food from multiple restaurants through a single cart and checkout. It integrates restaurant management, Razor pay payments, and GPS-based delivery tracking using Google Maps API.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200" dirty="0"/>
              <a:t>Main outcome: A convenient and unified food ordering and delivery experience.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70687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1200" dirty="0"/>
              <a:t>Separate checkouts are required for different restaurants. Our system enables multi-restaurant orders with a single checkout. payment and tracking processes.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IN" sz="1200" dirty="0"/>
              <a:t>Multi-restaurant ordering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IN" sz="1200" dirty="0"/>
              <a:t>Single checkout and payment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IN" sz="1200" dirty="0"/>
              <a:t>GPS-based delivery tracking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IN" sz="1200" dirty="0"/>
              <a:t>Customer ordering, restaurant management, payments, and delivery tracking.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[Required skills, tools and platform availability]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[Cost – open-source stack, free-tier hosting]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[User acceptance, ease of use, maintenance]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[Completion within the semester timeline]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 / HTML-CSS-JS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Node.js, Express.js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 &amp; GitHub, Postman, VS Code, Draw.io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000" dirty="0"/>
              <a:t>[Successfully implemented and tested unified cart, single checkout, master-order processing, and restaurant-specific order handling.]</a:t>
            </a:r>
          </a:p>
          <a:p>
            <a:pPr lvl="0"/>
            <a:r>
              <a:rPr lang="en-US" sz="1000" dirty="0"/>
              <a:t>[</a:t>
            </a:r>
            <a:r>
              <a:rPr lang="en-IN" sz="1000" dirty="0"/>
              <a:t>Tested ordering food from </a:t>
            </a:r>
            <a:r>
              <a:rPr lang="en-IN" sz="1000" b="1" dirty="0"/>
              <a:t>multiple restaurants using one cart and single checkout</a:t>
            </a:r>
            <a:r>
              <a:rPr lang="en-IN" sz="1000" dirty="0"/>
              <a:t>.</a:t>
            </a:r>
          </a:p>
          <a:p>
            <a:pPr lvl="0"/>
            <a:r>
              <a:rPr lang="en-IN" sz="1000" dirty="0"/>
              <a:t>Tested order processing and tracking successfully]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000" dirty="0"/>
              <a:t>[Our platform allows users to order food from </a:t>
            </a:r>
            <a:r>
              <a:rPr lang="en-IN" sz="1000" b="1" dirty="0"/>
              <a:t>multiple restaurants in one order]</a:t>
            </a:r>
            <a:r>
              <a:rPr lang="en-IN" sz="1000" dirty="0"/>
              <a:t>.</a:t>
            </a:r>
          </a:p>
          <a:p>
            <a:pPr lvl="0"/>
            <a:r>
              <a:rPr lang="en-IN" sz="1000" dirty="0"/>
              <a:t>[It provides </a:t>
            </a:r>
            <a:r>
              <a:rPr lang="en-IN" sz="1000" b="1" dirty="0"/>
              <a:t>one cart and a single checkout</a:t>
            </a:r>
            <a:r>
              <a:rPr lang="en-IN" sz="1000" dirty="0"/>
              <a:t>, making food ordering easier.]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000" dirty="0"/>
              <a:t>[</a:t>
            </a:r>
            <a:r>
              <a:rPr lang="en-IN" sz="1000" b="1" dirty="0"/>
              <a:t>AI-based food recommendations</a:t>
            </a:r>
            <a:r>
              <a:rPr lang="en-IN" sz="1000" dirty="0"/>
              <a:t> and personalized suggestions]</a:t>
            </a:r>
          </a:p>
          <a:p>
            <a:pPr lvl="0"/>
            <a:r>
              <a:rPr lang="en-IN" sz="1000" dirty="0"/>
              <a:t>[</a:t>
            </a:r>
            <a:r>
              <a:rPr lang="en-IN" sz="1000" b="1" dirty="0"/>
              <a:t>rewards, more payment options, and support for more cities]</a:t>
            </a:r>
            <a:endParaRPr lang="en-IN" sz="1000" dirty="0"/>
          </a:p>
          <a:p>
            <a:pPr>
              <a:spcAft>
                <a:spcPts val="400"/>
              </a:spcAft>
              <a:buSzPct val="100000"/>
            </a:pPr>
            <a:endParaRPr lang="en-US" sz="155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FBABC79-A7F2-1F57-4E01-7C4561059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417" y="7818120"/>
            <a:ext cx="4664583" cy="205614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FB8C62B-6E35-843A-8F3B-CE6F0ACB2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515600"/>
            <a:ext cx="2216277" cy="17830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D741334-68A6-B942-807C-59797A366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712" y="10515600"/>
            <a:ext cx="2216276" cy="17830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4DB8395-7EA7-0290-CB1B-B6D033DC6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5188" y="14246895"/>
            <a:ext cx="822960" cy="840705"/>
          </a:xfrm>
          <a:prstGeom prst="rect">
            <a:avLst/>
          </a:prstGeom>
        </p:spPr>
      </p:pic>
      <p:pic>
        <p:nvPicPr>
          <p:cNvPr id="55" name="Picture 54" descr="KLH | Hyderabad">
            <a:extLst>
              <a:ext uri="{FF2B5EF4-FFF2-40B4-BE49-F238E27FC236}">
                <a16:creationId xmlns:a16="http://schemas.microsoft.com/office/drawing/2014/main" id="{EF89EB66-F0A8-B254-5F4B-BE70C14F43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52" y="320040"/>
            <a:ext cx="1280668" cy="128016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93DD090-C12B-8BD0-CE76-9984439B9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52" y="6263640"/>
            <a:ext cx="4885182" cy="31089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A27E299-5B7E-1E83-A8F1-43D8ECC8067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985"/>
          <a:stretch>
            <a:fillRect/>
          </a:stretch>
        </p:blipFill>
        <p:spPr>
          <a:xfrm>
            <a:off x="5758434" y="4937760"/>
            <a:ext cx="4844034" cy="2395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376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Gandla</cp:lastModifiedBy>
  <cp:revision>6</cp:revision>
  <dcterms:created xsi:type="dcterms:W3CDTF">2026-09-28T08:11:17Z</dcterms:created>
  <dcterms:modified xsi:type="dcterms:W3CDTF">2026-10-03T03:22:05Z</dcterms:modified>
</cp:coreProperties>
</file>